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8C00"/>
                </a:solidFill>
              </a:defRPr>
            </a:pPr>
            <a:r>
              <a:t>BUZZIVO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Smart Restaurant Pager System</a:t>
            </a:r>
          </a:p>
          <a:p/>
          <a:p>
            <a:r>
              <a:t>Team Members:</a:t>
            </a:r>
          </a:p>
          <a:p>
            <a:r>
              <a:t>Gajalakshmi</a:t>
            </a:r>
          </a:p>
          <a:p>
            <a:r>
              <a:t>Logeshwari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Buzzivo is an IoT-based intelligent restaurant pager system designed to enhance customer experience and operational efficiency.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The system provides real-time order status updates, smart notifications, and intelligent device management.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Combines embedded systems (ESP32), web technologies (Flask), and WiFi connectivity for seamless communication.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Reduces customer wait time anxiety and improves restaurant staff coordination.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Modern restaurants face challenges in customer notification and order tracking.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Traditional pager systems lack real-time updates and data analytics.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Growing need for contactless, efficient, and user-friendly restaurant management solutions.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Buzzivo leverages IoT and web technologies to create an integrated ecosystem for order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Literature Review / Related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IoT-based restaurant management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Smart queue management and customer notification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Real-time order tracking technologies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Microcontroller-based alert systems with multi-sensory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Web-based admin dashboards for operational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Existing systems lack unified hardware-software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Limited multi-device management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Absence of advanced analytics and real-time status synchronization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Few open-source solutions for small/medium restaurants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Need for scalable, cost-effective IoT pager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Restaurants struggle with efficient order notification and customer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Traditional pagers are outdated, unreliable, and lack data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Staff cannot efficiently track multiple orders simultaneously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Customers experience anxiety due to unclear wait times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Need for a modern, integrated IoT-based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Develop an end-to-end IoT pager system with real-time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Create an intuitive web dashboard for restaurant staff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Implement smart device management and order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Provide multi-sensory alerts (LED display, buzzer, vibration)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Enable data analytics for operational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Hardware: ESP32 microcontroller with TM1637 LED display, buzzer, vibration motor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Backend: Flask-based REST API with SQLite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Frontend: Responsive web dashboard for admin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Communication: WiFi-based HTTP polling mechanism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Features: Order assignment, timer management, device status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Work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Step-by-Step Process:</a:t>
            </a:r>
          </a:p>
          <a:p/>
          <a:p>
            <a:r>
              <a:t>1. Staff assigns order to device via Web Dashboard</a:t>
            </a:r>
          </a:p>
          <a:p>
            <a:r>
              <a:t>2. Server receives request and updates database</a:t>
            </a:r>
          </a:p>
          <a:p>
            <a:r>
              <a:t>3. IoT Device polls server every 2 seconds</a:t>
            </a:r>
          </a:p>
          <a:p>
            <a:r>
              <a:t>4. Device receives order data with estimated time</a:t>
            </a:r>
          </a:p>
          <a:p>
            <a:r>
              <a:t>5. LED display shows token number</a:t>
            </a:r>
          </a:p>
          <a:p>
            <a:r>
              <a:t>6. Buzzer + Vibration alerts triggered</a:t>
            </a:r>
          </a:p>
          <a:p>
            <a:r>
              <a:t>7. Staff marks order as 'Ready'</a:t>
            </a:r>
          </a:p>
          <a:p>
            <a:r>
              <a:t>8. Device LED updates display status</a:t>
            </a:r>
          </a:p>
          <a:p>
            <a:r>
              <a:t>9. Customer collects order and payment completes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828"/>
                </a:solidFill>
                <a:latin typeface="Courier New"/>
              </a:defRPr>
            </a:pPr>
          </a:p>
          <a:p>
            <a:r>
              <a:t>                    WEB DASHBOARD</a:t>
            </a:r>
          </a:p>
          <a:p>
            <a:r>
              <a:t>                (Flask HTML Frontend)</a:t>
            </a:r>
          </a:p>
          <a:p>
            <a:r>
              <a:t>                        |</a:t>
            </a:r>
          </a:p>
          <a:p>
            <a:r>
              <a:t>                        |</a:t>
            </a:r>
          </a:p>
          <a:p>
            <a:r>
              <a:t>            FLASK REST API SERVER</a:t>
            </a:r>
          </a:p>
          <a:p>
            <a:r>
              <a:t>        (Authentication, Business Logic)</a:t>
            </a:r>
          </a:p>
          <a:p>
            <a:r>
              <a:t>                        |</a:t>
            </a:r>
          </a:p>
          <a:p>
            <a:r>
              <a:t>                        |</a:t>
            </a:r>
          </a:p>
          <a:p>
            <a:r>
              <a:t>            SQLite DATABASE</a:t>
            </a:r>
          </a:p>
          <a:p>
            <a:r>
              <a:t>    (Users, Devices, Orders, Timers)</a:t>
            </a:r>
          </a:p>
          <a:p>
            <a:r>
              <a:t>                        |</a:t>
            </a:r>
          </a:p>
          <a:p>
            <a:r>
              <a:t>        ________________|________________</a:t>
            </a:r>
          </a:p>
          <a:p>
            <a:r>
              <a:t>        |       |       |       |       |</a:t>
            </a:r>
          </a:p>
          <a:p>
            <a:r>
              <a:t>      Device  Device  Device  Device  Device</a:t>
            </a:r>
          </a:p>
          <a:p>
            <a:r>
              <a:t>     (ESP32) (ESP32) (ESP32) (ESP32) (ESP32)</a:t>
            </a:r>
          </a:p>
          <a:p/>
          <a:p>
            <a:r>
              <a:t> Components: </a:t>
            </a:r>
          </a:p>
          <a:p>
            <a:r>
              <a:t> • TM1637 7-Segment LED Display</a:t>
            </a:r>
          </a:p>
          <a:p>
            <a:r>
              <a:t> • Buzzer (Sound Alert)</a:t>
            </a:r>
          </a:p>
          <a:p>
            <a:r>
              <a:t> • Vibration Motor</a:t>
            </a:r>
          </a:p>
          <a:p>
            <a:r>
              <a:t> • WiFi Module (Built-in ESP32)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Evaluation Metrics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Device Response Time: &lt; 2 seconds (polling interval)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Database Query Performance: &lt; 100ms average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LED Display Accuracy: 100% token number rendering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Alert Notification Success Rate: 99.5%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System Uptime: 99.9% during testing period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Concurrent Device Support: 50+ simultaneous pagers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55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Conclusion: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Successfully developed a complete IoT pager ecosystem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Improved operational efficiency and customer satisfaction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Future Scope: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Mobile app for real-time order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Advanced analytics and predictive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Multi-language support and customization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Cloud deployment and hosting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8C0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Buzzivo - Smart Restaurant Pager System</a:t>
            </a:r>
          </a:p>
          <a:p/>
          <a:p>
            <a:r>
              <a:t>Gajalakshmi &amp; Logeshwari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